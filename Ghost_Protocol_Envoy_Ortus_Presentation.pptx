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Ghost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3B82F6"/>
                </a:solidFill>
              </a:defRPr>
            </a:pPr>
            <a:r>
              <a:t>Enterprise-Grade Digital Solutions for Strategic Transformation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/>
          <a:lstStyle/>
          <a:p>
            <a:pPr algn="ctr">
              <a:spcBef>
                <a:spcPts val="1200"/>
              </a:spcBef>
              <a:spcAft>
                <a:spcPts val="0"/>
              </a:spcAft>
              <a:defRPr sz="4000" b="1">
                <a:solidFill>
                  <a:srgbClr val="FFFFFF"/>
                </a:solidFill>
              </a:defRPr>
            </a:pPr>
            <a:r>
              <a:t>About Ghost Protocol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34155"/>
                </a:solidFill>
              </a:defRPr>
            </a:pPr>
            <a:r>
              <a:t>• Established presence in premium IT solutions and digital transformation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34155"/>
                </a:solidFill>
              </a:defRPr>
            </a:pPr>
            <a:r>
              <a:t>• Specialized expertise in enterprise-scale web development and custom software engineering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34155"/>
                </a:solidFill>
              </a:defRPr>
            </a:pPr>
            <a:r>
              <a:t>• Trusted partner for mission-critical infrastructure and digital infrastructure optimization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34155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34155"/>
                </a:solidFill>
              </a:defRPr>
            </a:pPr>
            <a:r>
              <a:t>Core Values: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34155"/>
                </a:solidFill>
              </a:defRPr>
            </a:pPr>
            <a:r>
              <a:t>• Technical Excellence: Unwavering commitment to architecture and code quality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34155"/>
                </a:solidFill>
              </a:defRPr>
            </a:pPr>
            <a:r>
              <a:t>• Strategic Partnership: Long-term client success over transactional relationships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34155"/>
                </a:solidFill>
              </a:defRPr>
            </a:pPr>
            <a:r>
              <a:t>• Operational Integrity: Transparent, accountable, and results-driven delivery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/>
          <a:lstStyle/>
          <a:p>
            <a:pPr algn="ctr">
              <a:spcBef>
                <a:spcPts val="1200"/>
              </a:spcBef>
              <a:spcAft>
                <a:spcPts val="0"/>
              </a:spcAft>
              <a:defRPr sz="4000" b="1">
                <a:solidFill>
                  <a:srgbClr val="FFFFFF"/>
                </a:solidFill>
              </a:defRPr>
            </a:pPr>
            <a:r>
              <a:t>Products &amp; 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34155"/>
                </a:solidFill>
              </a:defRPr>
            </a:pPr>
            <a:r>
              <a:t>Solutions Tailored for Enterprise Environments: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34155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34155"/>
                </a:solidFill>
              </a:defRPr>
            </a:pPr>
            <a:r>
              <a:t>• Web Development: Full-stack applications, scalable architectures, cloud-native solutions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34155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34155"/>
                </a:solidFill>
              </a:defRPr>
            </a:pPr>
            <a:r>
              <a:t>• Software Engineering: Custom applications, API design, system integration, legacy modernization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34155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34155"/>
                </a:solidFill>
              </a:defRPr>
            </a:pPr>
            <a:r>
              <a:t>• Digital Infrastructure: Cloud architecture optimization, DevOps strategy, security hardening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34155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34155"/>
                </a:solidFill>
              </a:defRPr>
            </a:pPr>
            <a:r>
              <a:t>• Strategic Consulting: Technology roadmapping, architecture design, digital transformation planning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/>
          <a:lstStyle/>
          <a:p>
            <a:pPr algn="ctr">
              <a:spcBef>
                <a:spcPts val="1200"/>
              </a:spcBef>
              <a:spcAft>
                <a:spcPts val="0"/>
              </a:spcAft>
              <a:defRPr sz="4000" b="1">
                <a:solidFill>
                  <a:srgbClr val="FFFFFF"/>
                </a:solidFill>
              </a:defRPr>
            </a:pPr>
            <a:r>
              <a:t>Strategic Value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34155"/>
                </a:solidFill>
              </a:defRPr>
            </a:pPr>
            <a:r>
              <a:t>Differentiated Value Proposition: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34155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34155"/>
                </a:solidFill>
              </a:defRPr>
            </a:pPr>
            <a:r>
              <a:t>• Specialized Expertise: Deep technical knowledge in enterprise-grade systems and complex requirements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34155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34155"/>
                </a:solidFill>
              </a:defRPr>
            </a:pPr>
            <a:r>
              <a:t>• Operational Excellence: Proven ability to deliver high-quality solutions on schedule and within specifications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34155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34155"/>
                </a:solidFill>
              </a:defRPr>
            </a:pPr>
            <a:r>
              <a:t>• Long-Term Partnership: Committed to understanding your strategic objectives and contributing to sustained success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34155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34155"/>
                </a:solidFill>
              </a:defRPr>
            </a:pPr>
            <a:r>
              <a:t>• Scalability &amp; Future-Proofing: Solutions architected for growth, supporting your evolution and market expansion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/>
          <a:lstStyle/>
          <a:p>
            <a:pPr algn="ctr">
              <a:spcBef>
                <a:spcPts val="1200"/>
              </a:spcBef>
              <a:spcAft>
                <a:spcPts val="0"/>
              </a:spcAft>
              <a:defRPr sz="4000" b="1">
                <a:solidFill>
                  <a:srgbClr val="FFFFFF"/>
                </a:solidFill>
              </a:defRPr>
            </a:pPr>
            <a:r>
              <a:t>Investment &amp; Engagement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34155"/>
                </a:solidFill>
              </a:defRPr>
            </a:pPr>
            <a:r>
              <a:t>Flexible engagement models tailored to project scope and timeline: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34155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• Project-Based Engagements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34155"/>
                </a:solidFill>
              </a:defRPr>
            </a:pPr>
            <a:r>
              <a:t>  Fixed scope, deliverables, and timeline with transparent cost structure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34155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• Time &amp; Materials (T&amp;M)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34155"/>
                </a:solidFill>
              </a:defRPr>
            </a:pPr>
            <a:r>
              <a:t>  Flexible resource allocation for evolving requirements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34155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34155"/>
                </a:solidFill>
              </a:defRPr>
            </a:pPr>
            <a:r>
              <a:t>• Retainer Partnerships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34155"/>
                </a:solidFill>
              </a:defRPr>
            </a:pPr>
            <a:r>
              <a:t>  Ongoing strategic support and optimization services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34155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34155"/>
                </a:solidFill>
              </a:defRPr>
            </a:pPr>
            <a:r>
              <a:t>Detailed proposal and pricing structure to be prepared by sales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